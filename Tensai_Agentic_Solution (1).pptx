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9" dt="2026-08-26T22:22:52.912"/>
    <p1510:client id="{3412FEA0-5813-2D67-9D4D-4F24B6C148DA}" v="6" dt="2026-08-27T12:44:23.300"/>
    <p1510:client id="{3F17722D-C06E-262B-63C5-FA4A74F14DCB}" v="226" dt="2026-08-27T12:59:58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A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A_0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D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MTTR (minutes)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Before AIR</c:v>
                </c:pt>
                <c:pt idx="1">
                  <c:v>After AIR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34E-4708-9D71-584C3EE5C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 Handling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Auto-resolved</c:v>
                </c:pt>
                <c:pt idx="1">
                  <c:v>Engineer-approved</c:v>
                </c:pt>
                <c:pt idx="2">
                  <c:v>Manual (Phase 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3-4F05-903B-71AB06AF82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Growth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Phase 1
(3 problems)</c:v>
                </c:pt>
                <c:pt idx="1">
                  <c:v>Phase 2
(+5 domains)</c:v>
                </c:pt>
                <c:pt idx="2">
                  <c:v>Phase 3
(+multi-cloud)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64-4EB3-8CDE-EBCDD4205C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417320"/>
            <a:ext cx="722377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/>
              <a:t>TAS (</a:t>
            </a:r>
            <a:r>
              <a:t>TENSAI AGENTIC SOLUTION</a:t>
            </a:r>
            <a:r>
              <a:rPr lang="en-US"/>
              <a:t>)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SecureBank AIR — Intelligent Incident Response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7818743" cy="289310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Detect  →  Diagnose  →  Ticket  →  Fix  →  Audit</a:t>
            </a:r>
            <a:br>
              <a:rPr/>
            </a:br>
            <a:r>
              <a:t>Built on: </a:t>
            </a:r>
            <a:r>
              <a:rPr err="1"/>
              <a:t>SecureBank</a:t>
            </a:r>
            <a:r>
              <a:t>  |  ELK/Kibana  |  ServiceNow  |  Azure</a:t>
            </a:r>
            <a:br>
              <a:rPr/>
            </a:br>
            <a:r>
              <a:t>Phase 1: 3 critical problems  •  Simple UI  •  Real, feasible, production-ready path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lang="en-US"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Somesh Kumar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rPr lang="en-US"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2000155930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1. Executive Summary — What We Offer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MTTR Target</a:t>
            </a:r>
          </a:p>
          <a:p>
            <a:pPr>
              <a:defRPr sz="2000" b="1">
                <a:solidFill>
                  <a:srgbClr val="059669"/>
                </a:solidFill>
              </a:defRPr>
            </a:pPr>
            <a:r>
              <a:t>↓ 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1097280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Manual Toil</a:t>
            </a:r>
          </a:p>
          <a:p>
            <a:pPr>
              <a:defRPr sz="2000" b="1">
                <a:solidFill>
                  <a:srgbClr val="009688"/>
                </a:solidFill>
              </a:defRPr>
            </a:pPr>
            <a:r>
              <a:t>↓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097280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 Scope</a:t>
            </a:r>
          </a:p>
          <a:p>
            <a:pPr>
              <a:defRPr sz="2000" b="1">
                <a:solidFill>
                  <a:srgbClr val="1E40AF"/>
                </a:solidFill>
              </a:defRPr>
            </a:pPr>
            <a:r>
              <a:t>3 Problems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097280"/>
            <a:ext cx="1337161" cy="53860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rPr lang="en-US"/>
              <a:t>Go-Live</a:t>
            </a:r>
            <a:endParaRPr/>
          </a:p>
          <a:p>
            <a:pPr>
              <a:defRPr sz="2000" b="1">
                <a:solidFill>
                  <a:srgbClr val="D97706"/>
                </a:solidFill>
              </a:defRPr>
            </a:pPr>
            <a:r>
              <a:t>~</a:t>
            </a:r>
            <a:r>
              <a:rPr lang="en-US"/>
              <a:t>12</a:t>
            </a:r>
            <a:r>
              <a:t>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01168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Tensai Agentic Solution connects your existing ELK observability and ServiceNow ITSM with a smart automation layer on Azure.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When something breaks in SecureBank (transfer failures, login spikes, service down), the system automatically finds the cause, creates a ticket, and lets an engineer approve a fix in one click.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No rip-and-replace — we use what you already have and add intelligence on top.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Phase 1 proves value on 3 real banking scenarios. Phase 2 extends to more problems and systems on the same platform.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Simple 3-screen UI — no complex dashboards. Built for NOC and SRE teams who need speed, not clutter.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Why banks need this — simple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What Happens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71600"/>
            <a:ext cx="4069080" cy="13747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ELK/Kibana detects problems but cannot fix them.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Engineers manually search logs, traces, and dashboards.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Same issues repeat: DB pool full, API 5xx, login fraud spikes.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MTTR averages 45–90 minutes per incident.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No single audit trail linking detection → action →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Transfer/payment downtime = SLA penalties + unhappy customers.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Engineer time wasted on repeat manual work = high </a:t>
            </a:r>
            <a:r>
              <a:rPr err="1"/>
              <a:t>OpEx</a:t>
            </a:r>
            <a:r>
              <a:t>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Slow security response on login anomalies = fraud risk.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Leadership cannot see automation ROI clearly.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Each new monitoring tool adds cost but not connected value.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Regulators expect proof of every action — manual reports take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3. Our Solution — Tensai Agentic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A lightweight Azure automation layer that sits between ELK (eyes) and ServiceNow (tracking) and adds hands (remediation).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Multi-step agent workflow: receive alert → analyze in ELK → explain root cause → create SNOW ticket → recommend fix → execute after approval → log audit.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Built specifically for SecureBank digital banking — safe telemetry, no customer PII in logs or agent output.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Policy-controlled: low-risk actions can auto-run; high-risk fixes need one-click human approval.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Platform is extensible — Phase 1 solves 3 problems; Phase 2 adds more without rebuilding.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Simple React portal — engineers see incidents, read plain-English diagnosis, click Approve.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4. What We Offer — Product &amp; Value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51560"/>
            <a:ext cx="26974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1078992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What We Offer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1051560"/>
            <a:ext cx="26974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82696" y="1078992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How It Helps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6752" y="1051560"/>
            <a:ext cx="26974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71616" y="1078992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44475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1499616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Auto Incident 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44475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82696" y="1499616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Reads ELK alerts, finds root cause 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44475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71616" y="1499616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1920240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1975104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Smart SNOW Tickets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32" y="1920240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82696" y="1975104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Creates enriched tickets — no manual copy-paste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6752" y="1920240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71616" y="1975104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239572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2450592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Guided Remediation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239572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82696" y="2450592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One-click approved fix for common failures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16752" y="239572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71616" y="2450592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2871216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6" y="2926080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Security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27832" y="2871216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82696" y="2926080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Handles login spikes and suspicious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2" y="2871216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71616" y="2926080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3346704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" y="3401568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Simple Ops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27832" y="3346704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82696" y="3401568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3-screen UI — list, detail, approve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3346704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71616" y="3401568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3822191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776" y="3877055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Extensible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27832" y="3822191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82696" y="3877055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Add new problems &amp; tools without rebuild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6752" y="3822191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71616" y="3877055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434340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Every row is a deliverable in Phase 1 except the extensible platform row (Phase 2 foundation built in Phase 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6. Solution Architecture — How We Achieve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078992"/>
            <a:ext cx="1691640" cy="402336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115568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Simple Ops Portal — Incident List | Detail | Approve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70432" y="1499616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" y="1737360"/>
            <a:ext cx="1691640" cy="402336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73936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Triage → Correlate → Recommend → Act → Audit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170432" y="2157984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1691640" cy="402336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32304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Azure Functions | Event Grid | Policy Engine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70432" y="2816352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" y="3054096"/>
            <a:ext cx="1691640" cy="402336"/>
          </a:xfrm>
          <a:prstGeom prst="roundRect">
            <a:avLst/>
          </a:prstGeom>
          <a:solidFill>
            <a:srgbClr val="37475A"/>
          </a:solidFill>
          <a:ln>
            <a:solidFill>
              <a:srgbClr val="37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090672"/>
            <a:ext cx="2236510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ELK/Kibana | ServiceNow </a:t>
            </a:r>
            <a:r>
              <a:rPr lang="en-US" dirty="0"/>
              <a:t> </a:t>
            </a:r>
            <a:r>
              <a:t>| Teams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170432" y="3474720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" y="3712463"/>
            <a:ext cx="1691640" cy="40233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SecureBank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749039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Banking App | DB | Cache | Safe Telemetry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170432" y="4133087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489204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Each layer is independent — extend agents, add integrations, or upgrade UI without rebuilding.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7. How It Works — End-to-End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24128"/>
            <a:ext cx="1170432" cy="56692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ELK</a:t>
            </a:r>
            <a:br/>
            <a:r>
              <a:t>Alert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08760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73936" y="1024128"/>
            <a:ext cx="1170432" cy="566928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Azure</a:t>
            </a:r>
            <a:br/>
            <a:r>
              <a:t>Webhook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98648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63824" y="1024128"/>
            <a:ext cx="1170432" cy="56692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Agent</a:t>
            </a:r>
            <a:br/>
            <a:r>
              <a:t>Analysis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88536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53712" y="1024128"/>
            <a:ext cx="1170432" cy="566928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SNOW</a:t>
            </a:r>
            <a:br/>
            <a:r>
              <a:t>Ticket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78424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0" y="1024128"/>
            <a:ext cx="1170432" cy="56692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Approve</a:t>
            </a:r>
            <a:br/>
            <a:r>
              <a:t>Fix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68312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33488" y="1024128"/>
            <a:ext cx="1170432" cy="566928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Audit</a:t>
            </a:r>
            <a:br/>
            <a:r>
              <a:t>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783080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Step-by-Step (Simple)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130552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1. Kibana rule fires (e.g., transfer 5xx + DB pool high).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2. Webhook hits Azure Function via Event Grid.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3. Agent queries ELK logs/traces → finds root cause.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4. ServiceNow incident auto-created with context + link.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5. Engineer opens portal → reads diagnosis → clicks Approve.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6. Fix runs on Azure AKS → ELK confirms recovery → ticket closed.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7. Audit log saved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83080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Example: Transfer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30552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Alert: Transfer API 5xx rate 8%, DB pool 98%.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Agent: 'DB connection pool exhausted.'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SNOW: SEV-2 → Digital Banking SRE group.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Fix: Increase pool 50→80, rolling pod restart.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Result: Transfers restored in ~12 minutes.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Before AIR: ~75 minutes manual effort.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Audit: Full timeline stored in Azure Blob.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8. Technology Stack — How We Will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71600"/>
            <a:ext cx="4069080" cy="20185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</a:t>
            </a:r>
            <a:r>
              <a:rPr dirty="0" err="1"/>
              <a:t>SecureBank</a:t>
            </a:r>
            <a:r>
              <a:rPr dirty="0"/>
              <a:t> App — microservices on Azure </a:t>
            </a:r>
            <a:r>
              <a:rPr lang="en-US" dirty="0" err="1"/>
              <a:t>Devops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ELK Stack — Elasticsearch, Kibana, APM, Synthetics (existing).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ServiceNow — Incident API, CMDB, assignment groups.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</a:t>
            </a:r>
            <a:r>
              <a:rPr lang="en-US"/>
              <a:t>Function/Web App</a:t>
            </a:r>
            <a:r>
              <a:t>— webhook receiver + agent orchestration.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Azure </a:t>
            </a:r>
            <a:r>
              <a:rPr lang="en-US" dirty="0"/>
              <a:t>OpenAI/AI Foundry</a:t>
            </a:r>
            <a:r>
              <a:t> — </a:t>
            </a:r>
            <a:r>
              <a:rPr lang="en-US"/>
              <a:t>Agents/LLMs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Event Grid — reliable alert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Supporting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API Management — secure API gateway.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Key Vault — secrets and credentials.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Entra ID — SSO and role-based access.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Blob Storage — immutable audit logs.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Microsoft Teams — stakeholder notifications.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React UI on Azure Static Web Apps — 3 simple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371600" cy="38404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SecureBank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5074920"/>
            <a:ext cx="109728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983480"/>
            <a:ext cx="1280160" cy="5029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Azure</a:t>
            </a:r>
            <a:br/>
            <a:r>
              <a:t>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074920"/>
            <a:ext cx="137160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ServiceNow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5074920"/>
            <a:ext cx="1371600" cy="38404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Ops Portal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874519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3200400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4526279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852159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9. Simple UI — 3 Screens Only (Phase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Clean, formal, easy — built for engineers not executives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251460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① Incident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Status | Severity | Service | Time</a:t>
            </a:r>
            <a:br/>
            <a:r>
              <a:t>Filter: Open / Resolved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207008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39" y="1024128"/>
            <a:ext cx="2514600" cy="5029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② Incident Detail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627632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79" y="1755648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What happened</a:t>
            </a:r>
            <a:br/>
            <a:r>
              <a:t>Root cause (plain English)</a:t>
            </a:r>
            <a:br/>
            <a:r>
              <a:t>Recommended 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79" y="1207008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80759" y="1024128"/>
            <a:ext cx="251460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③ Approve / Deny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627632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199" y="1755648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One-click approve or deny</a:t>
            </a:r>
            <a:br/>
            <a:r>
              <a:t>Fix runs automatically</a:t>
            </a:r>
            <a:br/>
            <a:r>
              <a:t>Audit 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24612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Kibana remains the deep-dive analysis tool. Portal is for action and tracking only.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Phase 2 adds: KPI dashboard, playbook editor, multi-system 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10. KPIs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Measurable value — time saved, cost saved, availability gained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MTTR</a:t>
            </a:r>
          </a:p>
          <a:p>
            <a:pPr>
              <a:defRPr sz="2000" b="1">
                <a:solidFill>
                  <a:srgbClr val="059669"/>
                </a:solidFill>
              </a:defRPr>
            </a:pPr>
            <a:r>
              <a:t>75 → 15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Auto-Tickets</a:t>
            </a:r>
          </a:p>
          <a:p>
            <a:pPr>
              <a:defRPr sz="2000" b="1">
                <a:solidFill>
                  <a:srgbClr val="009688"/>
                </a:solidFill>
              </a:defRPr>
            </a:pPr>
            <a: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Toil Reduction</a:t>
            </a:r>
          </a:p>
          <a:p>
            <a:pPr>
              <a:defRPr sz="2000" b="1">
                <a:solidFill>
                  <a:srgbClr val="1E40AF"/>
                </a:solidFill>
              </a:defRPr>
            </a:pPr>
            <a: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6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Availability</a:t>
            </a:r>
          </a:p>
          <a:p>
            <a:pPr>
              <a:defRPr sz="2000" b="1">
                <a:solidFill>
                  <a:srgbClr val="0B1F3A"/>
                </a:solidFill>
              </a:defRPr>
            </a:pPr>
            <a:r>
              <a:t>99.95%+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38912" y="1965960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0" y="1874519"/>
          <a:ext cx="39319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8912" y="457200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5 incidents/week × 45 min saved = ~4 hours/week engineer time recovered.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Faster transfer/payment recovery = fewer SLA penalties and customer complaints.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100% audit coverage from day one — every action logged with timestamp and approver.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11. Security, Compliance &amp; Data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What We Never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Customer names, account numbers, card data.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Passwords, OTPs, actual balances.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Real transaction amounts or payment details.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How We Stay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Only aggregated counts, masked IDs, latency, status codes.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Entra ID — role-based access (view vs approve vs admin).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Key Vault for all secrets; managed identities for services.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Human approval required for high-risk fixes (pod restart, DB scale).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Immutable audit log — regulator-ready export.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Same secure telemetry rules as SecureBank ELK reference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12. Implementation Plan — How We Will Deliver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914400" cy="36576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 </a:t>
            </a:r>
            <a:r>
              <a:rPr lang="en-US"/>
              <a:t>1–3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Deploy SecureBank</a:t>
            </a:r>
            <a:br/>
            <a:r>
              <a:t>on Azure AKS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6276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60320" y="1024128"/>
            <a:ext cx="91440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Week </a:t>
            </a:r>
            <a:r>
              <a:rPr lang="en-US"/>
              <a:t>4–6</a:t>
            </a: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334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Connect ELK alerts</a:t>
            </a:r>
            <a:br/>
            <a:r>
              <a:t>via webhooks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16276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024128"/>
            <a:ext cx="914400" cy="36576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Week </a:t>
            </a:r>
            <a:r>
              <a:rPr lang="en-US"/>
              <a:t>7–9</a:t>
            </a: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177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ServiceNow API</a:t>
            </a:r>
            <a:br/>
            <a:r>
              <a:t>+ 3 playbooks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63640" y="16276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75120" y="1024128"/>
            <a:ext cx="914400" cy="3657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Week </a:t>
            </a:r>
            <a:r>
              <a:rPr lang="en-US"/>
              <a:t>10–12</a:t>
            </a: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Simple UI +</a:t>
            </a:r>
            <a:br/>
            <a:r>
              <a:t>End-to-end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514600"/>
            <a:ext cx="8275320" cy="5514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Deliverable at Week </a:t>
            </a:r>
            <a:r>
              <a:rPr lang="en-US"/>
              <a:t>12</a:t>
            </a:r>
            <a:r>
              <a:t>: live demo of all 3 problems — detect → ticket → approve → fix → audit.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Team needed: </a:t>
            </a:r>
            <a:r>
              <a:rPr lang="en-US" dirty="0"/>
              <a:t>1GenAI Dev, 1</a:t>
            </a:r>
            <a:r>
              <a:rPr dirty="0"/>
              <a:t> backend dev, 1 frontend dev, 1 DevOps/SRE (part-time),</a:t>
            </a:r>
            <a:r>
              <a:rPr lang="en-US" dirty="0"/>
              <a:t>1 </a:t>
            </a:r>
            <a:r>
              <a:rPr lang="en-US"/>
              <a:t>integration expert,</a:t>
            </a:r>
            <a:r>
              <a:t> ELK + SNOW access.</a:t>
            </a: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13. Phase 2 —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Same platform, new playbooks — no rebuild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777240" cy="36576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627632"/>
            <a:ext cx="2286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564"/>
                </a:solidFill>
              </a:defRPr>
            </a:pPr>
            <a:r>
              <a:t>3 problems</a:t>
            </a:r>
            <a:br/>
            <a:r>
              <a:t>ELK+SNOW+Azure</a:t>
            </a:r>
            <a:br/>
            <a:r>
              <a:t>Simple UI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1704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39" y="1024128"/>
            <a:ext cx="77724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481328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627632"/>
            <a:ext cx="2286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564"/>
                </a:solidFill>
              </a:defRPr>
            </a:pPr>
            <a:r>
              <a:t>Latency alerts</a:t>
            </a:r>
            <a:br/>
            <a:r>
              <a:t>Change intel</a:t>
            </a:r>
            <a:br/>
            <a:r>
              <a:t>Capacity ops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79" y="11704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80759" y="1024128"/>
            <a:ext cx="777240" cy="36576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481328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627632"/>
            <a:ext cx="2286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564"/>
                </a:solidFill>
              </a:defRPr>
            </a:pPr>
            <a:r>
              <a:t>Compliance auto</a:t>
            </a:r>
            <a:br/>
            <a:r>
              <a:t>Multi-tool adapters</a:t>
            </a:r>
            <a:br/>
            <a:r>
              <a:t>Executive KPIs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2920" y="3063240"/>
          <a:ext cx="3474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06240" y="30632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Phase 2 adds new problem playbooks and UI screens — core platform code stays the same.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Adapter pattern: plug in PagerDuty, Jira, Splunk, Datadog when needed.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Each new use case = days of config, not months of development.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14. Summary — Everything in One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8275320" cy="17415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rPr dirty="0"/>
              <a:t>• WHAT: </a:t>
            </a:r>
            <a:r>
              <a:rPr dirty="0" err="1"/>
              <a:t>Tensai</a:t>
            </a:r>
            <a:r>
              <a:rPr dirty="0"/>
              <a:t> Agentic Solution — connects ELK + ServiceNow + Azure to auto-diagnose and fix </a:t>
            </a:r>
            <a:r>
              <a:rPr dirty="0" err="1"/>
              <a:t>SecureBank</a:t>
            </a:r>
            <a:r>
              <a:rPr dirty="0"/>
              <a:t> incidents.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WHY: Cut MTTR by 70%, reduce manual toil by 40%, improve availability, full audit trail.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WHO: NOC, SRE, and SecOps teams — simple 3-screen portal, no training needed.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HOW: ELK alert → Azure agent → SNOW ticket → engineer approves → fix runs → audit saved.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rPr dirty="0"/>
              <a:t>• WHEN: Phase 1 in ~</a:t>
            </a:r>
            <a:r>
              <a:rPr lang="en-US" dirty="0"/>
              <a:t>12</a:t>
            </a:r>
            <a:r>
              <a:t> weeks — </a:t>
            </a:r>
            <a:r>
              <a:rPr lang="en-US" dirty="0"/>
              <a:t> </a:t>
            </a:r>
            <a:r>
              <a:t>proven problems, live demo, production-ready path.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NEXT: Phase 2 extends to latency, change, capacity, compliance — same platform, zero rebuild.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029200"/>
            <a:ext cx="8275320" cy="6583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51663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Detect  →  Diagnose  →  Ticket  →  Fix  →  Audit   |   Tensai Agentic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40</cp:revision>
  <dcterms:created xsi:type="dcterms:W3CDTF">2013-01-27T09:14:16Z</dcterms:created>
  <dcterms:modified xsi:type="dcterms:W3CDTF">2026-08-27T13:01:25Z</dcterms:modified>
  <cp:category/>
</cp:coreProperties>
</file>