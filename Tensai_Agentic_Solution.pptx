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MTTR (minutes)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Before AIR</c:v>
                </c:pt>
                <c:pt idx="1">
                  <c:v>After AIR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4E-4708-9D71-584C3EE5C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 Handling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Auto-resolved</c:v>
                </c:pt>
                <c:pt idx="1">
                  <c:v>Engineer-approved</c:v>
                </c:pt>
                <c:pt idx="2">
                  <c:v>Manual (Phase 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3-4F05-903B-71AB06AF82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Growth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Phase 1
(3 problems)</c:v>
                </c:pt>
                <c:pt idx="1">
                  <c:v>Phase 2
(+5 domains)</c:v>
                </c:pt>
                <c:pt idx="2">
                  <c:v>Phase 3
(+multi-cloud)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4-4EB3-8CDE-EBCDD4205C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417320"/>
            <a:ext cx="72237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TAS (</a:t>
            </a:r>
            <a:r>
              <a:rPr dirty="0"/>
              <a:t>TENSAI AGENTIC SOLUTION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SecureBank AIR — Intelligent Incident Response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Detect  →  Diagnose  →  Ticket  →  Fix  →  Audit</a:t>
            </a:r>
            <a:br/>
            <a:r>
              <a:t>Built on: SecureBank  |  ELK/Kibana  |  ServiceNow  |  Azure</a:t>
            </a:r>
            <a:br/>
            <a:r>
              <a:t>Phase 1: 3 critical problems  •  Simple UI  •  Real, feasible, production-ready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1. Executive Summary — What We Offer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MTTR Target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↓ 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Manual Toil</a:t>
            </a:r>
          </a:p>
          <a:p>
            <a:pPr>
              <a:defRPr sz="2000" b="1">
                <a:solidFill>
                  <a:srgbClr val="009688"/>
                </a:solidFill>
              </a:defRPr>
            </a:pPr>
            <a:r>
              <a:t>↓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 Scope</a:t>
            </a:r>
          </a:p>
          <a:p>
            <a:pPr>
              <a:defRPr sz="2000" b="1">
                <a:solidFill>
                  <a:srgbClr val="1E40AF"/>
                </a:solidFill>
              </a:defRPr>
            </a:pPr>
            <a:r>
              <a:t>3 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024128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097280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Go-Live</a:t>
            </a:r>
          </a:p>
          <a:p>
            <a:pPr>
              <a:defRPr sz="2000" b="1">
                <a:solidFill>
                  <a:srgbClr val="D97706"/>
                </a:solidFill>
              </a:defRPr>
            </a:pPr>
            <a:r>
              <a:t>~8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01168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Tensai Agentic Solution connects your existing ELK observability and ServiceNow ITSM with a smart automation layer on Azure.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When something breaks in SecureBank (transfer failures, login spikes, service down), the system automatically finds the cause, creates a ticket, and lets an engineer approve a fix in one click.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No rip-and-replace — we use what you already have and add intelligence on top.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Phase 1 proves value on 3 real banking scenarios. Phase 2 extends to more problems and systems on the same platform.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Simple 3-screen UI — no complex dashboards. Built for NOC and SRE teams who need speed, not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Why banks need this — simple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What Happens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ELK/Kibana detects problems but cannot fix them.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Engineers manually search logs, traces, and dashboards.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ServiceNow tickets are created by hand — missing context.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Same issues repeat: DB pool full, API 5xx, login fraud spikes.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MTTR averages 45–90 minutes per incident.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No single audit trail linking detection → action →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Transfer/payment downtime = SLA penalties + unhappy customers.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Engineer time wasted on repeat manual work = high </a:t>
            </a:r>
            <a:r>
              <a:rPr dirty="0" err="1"/>
              <a:t>OpEx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Slow security response on login anomalies = fraud risk.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Leadership cannot see automation ROI clearly.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Each new monitoring tool adds cost but not connected value.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rPr dirty="0"/>
              <a:t>• Regulators expect proof of every action — manual reports take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3. Our Solution — Tensai Agentic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A lightweight Azure automation layer that sits between ELK (eyes) and ServiceNow (tracking) and adds hands (remediation).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Multi-step agent workflow: receive alert → analyze in ELK → explain root cause → create SNOW ticket → recommend fix → execute after approval → log audit.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Built specifically for SecureBank digital banking — safe telemetry, no customer PII in logs or agent output.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Policy-controlled: low-risk actions can auto-run; high-risk fixes need one-click human approval.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Platform is extensible — Phase 1 solves 3 problems; Phase 2 adds more without rebuilding.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Simple React portal — engineers see incidents, read plain-English diagnosis, click Approve.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4. What We Offer — Product &amp; Value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377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What We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2783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8269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How It Helps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6752" y="1051560"/>
            <a:ext cx="2697480" cy="34747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71616" y="1078992"/>
            <a:ext cx="2578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Auto Incident 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8269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Reads ELK alerts, finds root cause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44475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1616" y="1499616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Smart SNOW Tickets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8269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Creates enriched tickets — no manual copy-paste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1920240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71616" y="1975104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Guided Remediation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8269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One-click approved fix for common failures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239572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71616" y="2450592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Security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2783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8269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Handles login spikes and suspicious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2871216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71616" y="2926080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Simple Ops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8269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3-screen UI — list, detail, approve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3346704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3401568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Extensible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2783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8269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Add new problems &amp; tools without rebuild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6752" y="3822191"/>
            <a:ext cx="2697480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71616" y="3877055"/>
            <a:ext cx="257860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434340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Every row is a deliverable in Phase 1 except the extensible platform row (Phase 2 foundation built in Phase 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5. Phase 1 Scope — 3 Problems We Solve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Directly mapped from SecureBank ELK alert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640080" cy="347472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572768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1F3A"/>
                </a:solidFill>
              </a:defRPr>
            </a:pPr>
            <a:r>
              <a:t>Transfer Service</a:t>
            </a:r>
            <a:br/>
            <a:r>
              <a:t>Failure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Trigger: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5xx errors +</a:t>
            </a:r>
            <a:br/>
            <a:r>
              <a:t>DB pool full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Fix: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Scale pool,</a:t>
            </a:r>
            <a:br/>
            <a:r>
              <a:t>restart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51560"/>
            <a:ext cx="640080" cy="347472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572768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Login / Security</a:t>
            </a:r>
            <a:br/>
            <a:r>
              <a:t>Spike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Trigger: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Failed logins</a:t>
            </a:r>
            <a:br/>
            <a:r>
              <a:t>10x normal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Fix: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SNOW SecOps</a:t>
            </a:r>
            <a:br/>
            <a:r>
              <a:t>ticket +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51560"/>
            <a:ext cx="640080" cy="34747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572768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</a:defRPr>
            </a:pPr>
            <a:r>
              <a:t>Service</a:t>
            </a:r>
            <a:br/>
            <a:r>
              <a:t>Unavailable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Trigger: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Auth/API</a:t>
            </a:r>
            <a:br/>
            <a:r>
              <a:t>down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endParaRPr/>
          </a:p>
          <a:p>
            <a:pPr>
              <a:defRPr sz="1000" b="1">
                <a:solidFill>
                  <a:srgbClr val="455564"/>
                </a:solidFill>
              </a:defRPr>
            </a:pPr>
            <a:r>
              <a:t>Fix:</a:t>
            </a:r>
          </a:p>
          <a:p>
            <a:pPr>
              <a:defRPr sz="1000" b="0">
                <a:solidFill>
                  <a:srgbClr val="455564"/>
                </a:solidFill>
              </a:defRPr>
            </a:pPr>
            <a:r>
              <a:t>Restart AKS</a:t>
            </a:r>
            <a:br/>
            <a:r>
              <a:t>pod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52044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All 3 scenarios already exist in SecureBank ELK reference alerts — we automate the response, not the detection.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Phase 2 adds: latency tuning, change intelligence, capacity ops, compliance reports, more tool adapters.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6. Solution Architecture — How We Achieve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78992"/>
            <a:ext cx="1691640" cy="402336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115568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Simple Ops Portal — Incident List | Detail | Approve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70432" y="1499616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" y="1737360"/>
            <a:ext cx="1691640" cy="402336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73936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Triage → Correlate → Recommend → Act → Audit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170432" y="2157984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" y="2395728"/>
            <a:ext cx="1691640" cy="402336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32304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Azure Functions | Event Grid | Policy Engine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70432" y="2816352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" y="3054096"/>
            <a:ext cx="1691640" cy="402336"/>
          </a:xfrm>
          <a:prstGeom prst="roundRect">
            <a:avLst/>
          </a:prstGeom>
          <a:solidFill>
            <a:srgbClr val="37475A"/>
          </a:solidFill>
          <a:ln>
            <a:solidFill>
              <a:srgbClr val="37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90672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ELK/Kibana | ServiceNow | Azure AKS | Teams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170432" y="3474720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3712463"/>
            <a:ext cx="1691640" cy="40233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SecureBank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749039"/>
            <a:ext cx="6446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Banking App | DB | Cache | Safe Telemetry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170432" y="4133087"/>
            <a:ext cx="201168" cy="237744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489204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Each layer is independent — extend agents, add integrations, or upgrade UI without rebuilding.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7. How It Works — End-to-End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ELK</a:t>
            </a:r>
            <a:br/>
            <a:r>
              <a:t>Alert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73936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Webhook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98648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63824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</a:t>
            </a:r>
            <a:br/>
            <a:r>
              <a:t>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88536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53712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SNOW</a:t>
            </a:r>
            <a:br/>
            <a:r>
              <a:t>Ticket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78424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1024128"/>
            <a:ext cx="1170432" cy="56692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Approve</a:t>
            </a:r>
            <a:br/>
            <a:r>
              <a:t>Fix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68312" y="1243584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33488" y="1024128"/>
            <a:ext cx="1170432" cy="566928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Audit</a:t>
            </a:r>
            <a:br/>
            <a:r>
              <a:t>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783080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Step-by-Step (Simple)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130552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1. Kibana rule fires (e.g., transfer 5xx + DB pool high).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2. Webhook hits Azure Function via Event Grid.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3. Agent queries ELK logs/traces → finds root cause.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4. ServiceNow incident auto-created with context + link.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5. Engineer opens portal → reads diagnosis → clicks Approve.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6. Fix runs on Azure AKS → ELK confirms recovery → ticket closed.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7. Audit log saved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Example: Transfer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30552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Alert: Transfer API 5xx rate 8%, DB pool 98%.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Agent: 'DB connection pool exhausted.'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SNOW: SEV-2 → Digital Banking SRE group.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Fix: Increase pool 50→80, rolling pod restart.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Result: Transfers restored in ~12 minutes.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Before AIR: ~75 minutes manual effort.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Audit: Full timeline stored in Azure Blob.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8. Technology Stack — How We Will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SecureBank App — microservices on Azure AKS.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ELK Stack — Elasticsearch, Kibana, APM, Synthetics (existing).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ServiceNow — Incident API, CMDB, assignment groups.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Functions — webhook receiver + agent orchestration.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OpenAI — plain-English root cause summary (optional).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Event Grid — reliable alert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Supporting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API Management — secure API gateway.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Key Vault — secrets and credentials.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Entra ID — SSO and role-based access.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Blob Storage — immutable audit logs.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Microsoft Teams — stakeholder notifications.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React UI on Azure Static Web Apps — 3 simple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371600" cy="384048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SecureBank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074920"/>
            <a:ext cx="109728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983480"/>
            <a:ext cx="1280160" cy="5029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074920"/>
            <a:ext cx="137160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ServiceNow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5074920"/>
            <a:ext cx="1371600" cy="38404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Ops Portal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7451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3200400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52627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852159" y="519379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9. Simple UI — 3 Screens Only (Phase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Clean, formal, easy — built for engineers not executives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251460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① Incident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Status | Severity | Service | Time</a:t>
            </a:r>
            <a:br/>
            <a:r>
              <a:t>Filter: Open / Resolved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207008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39" y="1024128"/>
            <a:ext cx="2514600" cy="5029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② Incident Detail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What happened</a:t>
            </a:r>
            <a:br/>
            <a:r>
              <a:t>Root cause (plain English)</a:t>
            </a:r>
            <a:br/>
            <a:r>
              <a:t>Recommended 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79" y="1207008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59" y="1024128"/>
            <a:ext cx="251460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③ Approve / Deny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627632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199" y="1755648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55564"/>
                </a:solidFill>
              </a:defRPr>
            </a:pPr>
            <a:r>
              <a:t>One-click approve or deny</a:t>
            </a:r>
            <a:br/>
            <a:r>
              <a:t>Fix runs automatically</a:t>
            </a:r>
            <a:br/>
            <a:r>
              <a:t>Audit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4612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Kibana remains the deep-dive analysis tool. Portal is for action and tracking only.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Phase 2 adds: KPI dashboard, playbook editor, multi-system 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10. KPIs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Measurable value — time saved, cost saved, availability gained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MTTR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75 → 15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Auto-Tickets</a:t>
            </a:r>
          </a:p>
          <a:p>
            <a:pPr>
              <a:defRPr sz="2000" b="1">
                <a:solidFill>
                  <a:srgbClr val="009688"/>
                </a:solidFill>
              </a:defRPr>
            </a:pPr>
            <a: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Toil Reduction</a:t>
            </a:r>
          </a:p>
          <a:p>
            <a:pPr>
              <a:defRPr sz="2000" b="1">
                <a:solidFill>
                  <a:srgbClr val="1E40AF"/>
                </a:solidFill>
              </a:defRPr>
            </a:pPr>
            <a: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1005840"/>
            <a:ext cx="1874519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078992"/>
            <a:ext cx="1691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55564"/>
                </a:solidFill>
              </a:defRPr>
            </a:pPr>
            <a:r>
              <a:t>Availability</a:t>
            </a:r>
          </a:p>
          <a:p>
            <a:pPr>
              <a:defRPr sz="2000" b="1">
                <a:solidFill>
                  <a:srgbClr val="0B1F3A"/>
                </a:solidFill>
              </a:defRPr>
            </a:pPr>
            <a:r>
              <a:t>99.95%+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8912" y="196596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0" y="1874519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" y="457200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5 incidents/week × 45 min saved = ~4 hours/week engineer time recovered.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Faster transfer/payment recovery = fewer SLA penalties and customer complaints.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100% audit coverage from day one — every action logged with timestamp and approver.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11. Security, Compliance &amp; Data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What We Never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Customer names, account numbers, card data.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Passwords, OTPs, actual balances.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Real transaction amounts or payment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24128"/>
            <a:ext cx="4069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How We Stay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4069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Only aggregated counts, masked IDs, latency, status codes.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Azure Entra ID — role-based access (view vs approve vs admin).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Key Vault for all secrets; managed identities for services.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Human approval required for high-risk fixes (pod restart, DB scale).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Immutable audit log — regulator-ready export.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Same secure telemetry rules as SecureBank ELK reference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12. Implementation Plan — How We Will Deliver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914400" cy="3657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Deploy SecureBank</a:t>
            </a:r>
            <a:br/>
            <a:r>
              <a:t>on Azure AKS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60320" y="1024128"/>
            <a:ext cx="91440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3–4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334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Connect ELK alerts</a:t>
            </a:r>
            <a:br/>
            <a:r>
              <a:t>via webhooks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024128"/>
            <a:ext cx="914400" cy="36576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5–6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ServiceNow API</a:t>
            </a:r>
            <a:br/>
            <a:r>
              <a:t>+ 3 playbooks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16276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0" y="1024128"/>
            <a:ext cx="914400" cy="3657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Week 7–8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463040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572768"/>
            <a:ext cx="162763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55564"/>
                </a:solidFill>
              </a:defRPr>
            </a:pPr>
            <a:r>
              <a:t>Simple UI +</a:t>
            </a:r>
            <a:br/>
            <a:r>
              <a:t>End-to-end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514600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Deliverable at Week 8: live demo of all 3 problems — detect → ticket → approve → fix → audit.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Team needed: 1 backend dev, 1 frontend dev, 1 DevOps/SRE (part-time), ELK + SNOW access.</a:t>
            </a:r>
          </a:p>
          <a:p>
            <a:pPr>
              <a:spcAft>
                <a:spcPts val="700"/>
              </a:spcAft>
              <a:defRPr sz="1200">
                <a:solidFill>
                  <a:srgbClr val="455564"/>
                </a:solidFill>
              </a:defRPr>
            </a:pPr>
            <a:r>
              <a:t>• No new monitoring investment — uses existing SecureBank + ELK setup from reference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13. Phase 2 —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8321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FDBFE"/>
                </a:solidFill>
              </a:defRPr>
            </a:pPr>
            <a:r>
              <a:t>Same platform, new playbooks — no rebuild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24128"/>
            <a:ext cx="777240" cy="36576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3 problems</a:t>
            </a:r>
            <a:br/>
            <a:r>
              <a:t>ELK+SNOW+Azure</a:t>
            </a:r>
            <a:br/>
            <a:r>
              <a:t>Simple UI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1704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39" y="1024128"/>
            <a:ext cx="77724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Latency alerts</a:t>
            </a:r>
            <a:br/>
            <a:r>
              <a:t>Change intel</a:t>
            </a:r>
            <a:br/>
            <a:r>
              <a:t>Capacity ops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79" y="1170432"/>
            <a:ext cx="256032" cy="146304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59" y="1024128"/>
            <a:ext cx="777240" cy="36576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481328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627632"/>
            <a:ext cx="2286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55564"/>
                </a:solidFill>
              </a:defRPr>
            </a:pPr>
            <a:r>
              <a:t>Compliance auto</a:t>
            </a:r>
            <a:br/>
            <a:r>
              <a:t>Multi-tool adapters</a:t>
            </a:r>
            <a:br/>
            <a:r>
              <a:t>Executive KPIs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2920" y="306324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06240" y="30632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Phase 2 adds new problem playbooks and UI screens — core platform code stays the same.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Adapter pattern: plug in PagerDuty, Jira, Splunk, Datadog when needed.</a:t>
            </a:r>
          </a:p>
          <a:p>
            <a:pPr>
              <a:spcAft>
                <a:spcPts val="700"/>
              </a:spcAft>
              <a:defRPr sz="1100">
                <a:solidFill>
                  <a:srgbClr val="455564"/>
                </a:solidFill>
              </a:defRPr>
            </a:pPr>
            <a:r>
              <a:t>• Each new use case = days of config, not months of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14. Summary — Everything in One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24128"/>
            <a:ext cx="82753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WHAT: Tensai Agentic Solution — connects ELK + ServiceNow + Azure to auto-diagnose and fix SecureBank incidents.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WHY: Cut MTTR by 70%, reduce manual toil by 40%, improve availability, full audit trail.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WHO: NOC, SRE, and SecOps teams — simple 3-screen portal, no training needed.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HOW: ELK alert → Azure agent → SNOW ticket → engineer approves → fix runs → audit saved.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WHEN: Phase 1 in ~8 weeks — 3 proven problems, live demo, production-ready path.</a:t>
            </a:r>
          </a:p>
          <a:p>
            <a:pPr>
              <a:spcAft>
                <a:spcPts val="700"/>
              </a:spcAft>
              <a:defRPr sz="1300">
                <a:solidFill>
                  <a:srgbClr val="455564"/>
                </a:solidFill>
              </a:defRPr>
            </a:pPr>
            <a:r>
              <a:t>• NEXT: Phase 2 extends to latency, change, capacity, compliance — same platform, zero rebuild.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5029200"/>
            <a:ext cx="8275320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166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Detect  →  Diagnose  →  Ticket  →  Fix  →  Audit   |   Tensai Agentic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1782</Words>
  <Application>Microsoft Office PowerPoint</Application>
  <PresentationFormat>On-screen Show (4:3)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Kulkarni, Sarthak</cp:lastModifiedBy>
  <cp:revision>2</cp:revision>
  <dcterms:created xsi:type="dcterms:W3CDTF">2013-01-27T09:14:16Z</dcterms:created>
  <dcterms:modified xsi:type="dcterms:W3CDTF">2026-08-26T22:16:21Z</dcterms:modified>
  <cp:category/>
</cp:coreProperties>
</file>